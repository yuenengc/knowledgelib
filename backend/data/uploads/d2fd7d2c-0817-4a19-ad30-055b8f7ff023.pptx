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6" r:id="rId3"/>
    <p:sldId id="401" r:id="rId4"/>
    <p:sldId id="369" r:id="rId5"/>
    <p:sldId id="368" r:id="rId6"/>
    <p:sldId id="390" r:id="rId7"/>
    <p:sldId id="389" r:id="rId8"/>
    <p:sldId id="391" r:id="rId9"/>
    <p:sldId id="260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27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40">
          <p15:clr>
            <a:srgbClr val="A4A3A4"/>
          </p15:clr>
        </p15:guide>
        <p15:guide id="2" pos="209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" lastIdx="1" clrIdx="0"/>
  <p:cmAuthor id="2" name="nd" initials="n" lastIdx="1" clrIdx="1"/>
  <p:cmAuthor id="3" name="linling" initials="l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F3F"/>
    <a:srgbClr val="99CCFF"/>
    <a:srgbClr val="E688CD"/>
    <a:srgbClr val="EED468"/>
    <a:srgbClr val="E8F814"/>
    <a:srgbClr val="927CF2"/>
    <a:srgbClr val="CCECF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88063" autoAdjust="0"/>
  </p:normalViewPr>
  <p:slideViewPr>
    <p:cSldViewPr>
      <p:cViewPr varScale="1">
        <p:scale>
          <a:sx n="121" d="100"/>
          <a:sy n="121" d="100"/>
        </p:scale>
        <p:origin x="594" y="102"/>
      </p:cViewPr>
      <p:guideLst>
        <p:guide orient="horz" pos="1542"/>
        <p:guide pos="279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-2994" y="-84"/>
      </p:cViewPr>
      <p:guideLst>
        <p:guide orient="horz" pos="2740"/>
        <p:guide pos="209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BF45C-D2F9-4944-8AFD-4BDC8C7DB6EC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FBE40-2206-4F01-9687-9E98C8D8E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5795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7C947-0896-4412-A35D-7139C4A9D2F2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8E607-910F-4FB5-A844-A0B3FEFF6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26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7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ND_PPT_子目录-3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0538"/>
            <a:ext cx="72009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4114800"/>
            <a:ext cx="227647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4924425" y="3629025"/>
            <a:ext cx="421957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E:\华渔品牌信息\网龙介绍+logo\横板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34860" y="127000"/>
            <a:ext cx="1814830" cy="688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4114800"/>
            <a:ext cx="227647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3829050"/>
            <a:ext cx="41148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5B9C0D94-FDE0-A248-A2E0-ACC57DDA7E4B}" type="slidenum">
              <a:rPr kumimoji="1" lang="zh-CN" altLang="en-US" smtClean="0"/>
              <a:t>‹#›</a:t>
            </a:fld>
            <a:endParaRPr kumimoji="1" lang="zh-CN" altLang="en-US" dirty="0" smtClean="0"/>
          </a:p>
          <a:p>
            <a:endParaRPr lang="zh-CN" altLang="en-US" dirty="0"/>
          </a:p>
        </p:txBody>
      </p:sp>
      <p:pic>
        <p:nvPicPr>
          <p:cNvPr id="2" name="Picture 3" descr="E:\华渔品牌信息\网龙介绍+logo\横板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34860" y="127000"/>
            <a:ext cx="1814830" cy="688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899100" y="685800"/>
            <a:ext cx="7349400" cy="19278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899100" y="2670300"/>
            <a:ext cx="7349400" cy="11043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117800"/>
            <a:ext cx="8226900" cy="3569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2886300"/>
            <a:ext cx="5826600" cy="5751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3461400"/>
            <a:ext cx="5826600" cy="6507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125900"/>
            <a:ext cx="3882600" cy="35613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125900"/>
            <a:ext cx="3882600" cy="35613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071900"/>
            <a:ext cx="4006800" cy="2862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066297"/>
            <a:ext cx="4006800" cy="2862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166400"/>
            <a:ext cx="3924808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2021/3/10 Wednesday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685800"/>
            <a:ext cx="783000" cy="37719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00" y="685800"/>
            <a:ext cx="6876900" cy="37719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580500"/>
            <a:ext cx="8229600" cy="41121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117800"/>
            <a:ext cx="8226900" cy="3569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2021/3/10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79712" y="1995686"/>
            <a:ext cx="4653280" cy="5835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代理人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功能操作指南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7010400" y="4767580"/>
            <a:ext cx="2133600" cy="27368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79855" y="1735455"/>
            <a:ext cx="466534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设置方式</a:t>
            </a:r>
          </a:p>
          <a:p>
            <a:pPr>
              <a:lnSpc>
                <a:spcPct val="20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事务处理提醒形式</a:t>
            </a:r>
          </a:p>
          <a:p>
            <a:pPr>
              <a:lnSpc>
                <a:spcPct val="20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事务处理操作方式</a:t>
            </a:r>
          </a:p>
          <a:p>
            <a:pPr>
              <a:lnSpc>
                <a:spcPct val="20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四、 结束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代理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设置的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76225" y="1184275"/>
            <a:ext cx="85299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登录ERP系统→我的桌面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行政办公→我的代理，通过点击“新增”设置代理人，并通过点击“设置权限”来设置当前用户所要开放给代理人的相关代理权限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在设置权限中被代理人可以选择全部开放所有权限给代理人，也可以通过设置权限的方式选择性的开放部分的权限给代理人。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具体如下图：</a:t>
            </a: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6860" y="770255"/>
            <a:ext cx="73914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ERP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系统中设置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（任务处理授权，需要设置</a:t>
            </a:r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ERP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代理人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1790" y="2197735"/>
            <a:ext cx="4557395" cy="27419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15865" y="2447290"/>
            <a:ext cx="2263140" cy="2050415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V="1">
            <a:off x="4737100" y="2579370"/>
            <a:ext cx="591185" cy="16764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76860" y="291465"/>
            <a:ext cx="73914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设置方式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970" y="2499995"/>
            <a:ext cx="1108075" cy="190690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V="1">
            <a:off x="4833620" y="2788285"/>
            <a:ext cx="2691130" cy="40830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4155" y="3611245"/>
            <a:ext cx="8408670" cy="12915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当请休假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出差时长为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个工作日及以上，则表单中的“工作交接人”设置操作等同于将申请人请休假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出差期间的ERP中相关权限转移给了工作交接人来负责代理。被代理人可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登录ERP系统→我的桌面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行政办公→我的代理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设置权限，在设置权限中选择开放所有权限给代理人，或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通过设置权限的方式选择性的开放部分权限给代理人。</a:t>
            </a:r>
          </a:p>
          <a:p>
            <a:pPr>
              <a:lnSpc>
                <a:spcPct val="150000"/>
              </a:lnSpc>
            </a:pPr>
            <a:r>
              <a:rPr lang="zh-CN" altLang="en-US" sz="1200" b="1" u="sng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需注意，目前系统暂未实现单据自动流转至代理人平台，代理人需使用代理人权限登录被代理人账号处理相关单据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，一旦请休假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出差结束，系统将自动终止代理行为。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09880" y="698500"/>
            <a:ext cx="73914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、表单中的工作交接人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（因同学请休假</a:t>
            </a:r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出差，需要设置</a:t>
            </a:r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ERP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9880" y="1112520"/>
            <a:ext cx="813689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登录ERP系统→我的单据模块中《请假单》、《年休假单》、《调休申请单》、《出差单》中都包含有工作交接人（代理人）设置，如下图： 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05" y="1574165"/>
            <a:ext cx="5419725" cy="17722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75285" y="756285"/>
            <a:ext cx="73914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在设置代理人后，代理人将收到对应代理提醒，并于每个工作日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点收到待处理单据提醒。</a:t>
            </a: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5285" y="1078230"/>
            <a:ext cx="34436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ERP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消息通知：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提醒工作交接人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代理人需在某时间段进行工作交接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388485" y="1078230"/>
            <a:ext cx="34220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助理提醒：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提醒代理人，被代理人平台单据情况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1940" y="328295"/>
            <a:ext cx="73914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代理人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事务处理提醒形式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" y="1687195"/>
            <a:ext cx="2974975" cy="1856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" y="3636645"/>
            <a:ext cx="2759710" cy="9480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524635"/>
            <a:ext cx="3177540" cy="331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49885" y="784860"/>
            <a:ext cx="73914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方式一：通过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助理唐小晴单据提醒中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查看详情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通道，可在个人事务池中</a:t>
            </a:r>
            <a:r>
              <a:rPr lang="zh-CN" altLang="en-US" sz="1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查看并处理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被代理人待办事项；</a:t>
            </a: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9885" y="1106805"/>
            <a:ext cx="805561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方式二：代理人登录被代理人ERP系统的方式：</a:t>
            </a:r>
            <a:r>
              <a:rPr lang="zh-CN" altLang="en-US" sz="1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被代理人账号+代理人密码，即可进入被代理人ERP系统，帮被代理人处理ERP系统上的工作。</a:t>
            </a:r>
          </a:p>
        </p:txBody>
      </p:sp>
      <p:sp>
        <p:nvSpPr>
          <p:cNvPr id="2" name="矩形 1"/>
          <p:cNvSpPr/>
          <p:nvPr/>
        </p:nvSpPr>
        <p:spPr>
          <a:xfrm>
            <a:off x="2073910" y="2421255"/>
            <a:ext cx="1656715" cy="1988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900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0355" y="370840"/>
            <a:ext cx="73914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代理人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事务处理操作方式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t="54180"/>
          <a:stretch>
            <a:fillRect/>
          </a:stretch>
        </p:blipFill>
        <p:spPr>
          <a:xfrm>
            <a:off x="182245" y="2757170"/>
            <a:ext cx="2164080" cy="131572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497330" y="1451610"/>
            <a:ext cx="7390765" cy="3185160"/>
            <a:chOff x="839" y="2575"/>
            <a:chExt cx="11639" cy="5016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0" y="2575"/>
              <a:ext cx="10079" cy="5017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839" y="3470"/>
              <a:ext cx="1278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被代理人</a:t>
              </a: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1833" y="3030"/>
              <a:ext cx="567" cy="22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014" y="2963"/>
              <a:ext cx="1066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代理人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1833" y="3030"/>
              <a:ext cx="1474" cy="66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3060065" y="2571750"/>
            <a:ext cx="1871980" cy="2016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900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5" y="1514475"/>
            <a:ext cx="4950460" cy="26498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1790" y="764540"/>
            <a:ext cx="800036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、请休假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出差结束（到达代理结束时间），默认关闭代理人权限。</a:t>
            </a:r>
          </a:p>
          <a:p>
            <a:pPr>
              <a:lnSpc>
                <a:spcPct val="150000"/>
              </a:lnSpc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、被代理人登录ERP系统→我的桌面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行政办公→我的代理，该页面中可以通过点击“文件”图标或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设置权限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，对代理人权限进行设置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→点击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注销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关闭代理权限。</a:t>
            </a: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887095" y="3126740"/>
            <a:ext cx="443865" cy="19685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615" y="1514475"/>
            <a:ext cx="2319020" cy="19723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615" y="3841750"/>
            <a:ext cx="2663825" cy="10636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716905" y="3519805"/>
            <a:ext cx="216090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代理人收到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ERP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系统取消通知：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1790" y="350520"/>
            <a:ext cx="73914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四、</a:t>
            </a:r>
            <a:r>
              <a: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“代理”结束操作</a:t>
            </a:r>
            <a:r>
              <a:rPr 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8630" y="4335145"/>
            <a:ext cx="5248275" cy="3987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备注：因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EA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平台中的单据基本已都移植到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ERP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平台，因此不另外提供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EA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平台的代理人操作指南。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>
            <a:spLocks noChangeArrowheads="1"/>
          </p:cNvSpPr>
          <p:nvPr/>
        </p:nvSpPr>
        <p:spPr bwMode="auto">
          <a:xfrm flipH="1">
            <a:off x="1844673" y="1692443"/>
            <a:ext cx="1860551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925,&quot;width&quot;:767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90,&quot;width&quot;:500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50000"/>
          </a:schemeClr>
        </a:solidFill>
        <a:ln>
          <a:noFill/>
        </a:ln>
      </a:spPr>
      <a:bodyPr rtlCol="0" anchor="ctr"/>
      <a:lstStyle>
        <a:defPPr>
          <a:defRPr sz="900" dirty="0" smtClean="0">
            <a:solidFill>
              <a:srgbClr val="FFFF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578</Words>
  <Application>Microsoft Office PowerPoint</Application>
  <PresentationFormat>全屏显示(16:9)</PresentationFormat>
  <Paragraphs>31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Wingdings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Windows 用户</cp:lastModifiedBy>
  <cp:revision>1828</cp:revision>
  <dcterms:created xsi:type="dcterms:W3CDTF">2015-12-18T07:20:00Z</dcterms:created>
  <dcterms:modified xsi:type="dcterms:W3CDTF">2021-03-10T06:47:24Z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